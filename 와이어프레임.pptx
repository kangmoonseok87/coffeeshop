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48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62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288B6-4DBB-3EE4-377E-3180EECEB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3C83D3-0688-7AD6-AA66-AA08DD5FB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3EBACC-27C8-BF64-8D84-2A4C16B3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D04C14-F821-011C-3D14-4D795A5A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2AE470-AF10-26CD-47D3-58508300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78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716EA-A435-4E86-CB58-263C8435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9B2432-35B2-DE8C-EFC9-AFA709A2E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5FCAB-B40E-BC0B-E9F0-A5086D78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E9CE38-D1C7-EFE8-58B6-B5B3536F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70ECF-F462-9533-BEA7-B6C163FA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368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85BAC-8816-5FF2-7377-D4EA450D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4F5D75-82E1-6EA9-36DD-B7AE58F03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45AE4D-EB88-7183-CF70-5FCBD415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AC1AC-D1DC-2820-7D6E-653F1B5EE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39621C-24E7-587A-7DF1-A52ACBB4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336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F98B8-8147-4389-BF41-83F6551C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8AAD67-D1CA-93C7-5D7B-ECEC6007C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09DCC3-82C9-72BB-DA70-B9777355A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DB6387-B6E5-1CB7-A617-C82A856F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49FD64-7CD1-CFAA-9A07-168D459C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BB28BE-4BB4-8F86-39E5-EA9572EA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852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D1BA3-11C0-383D-BA13-8B9F7992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60AC5C-B132-ECEC-C16B-ACFF47B78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488FF8-E907-4399-7F44-87659CD43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134323-F7D4-1671-F10E-DBC238E68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3E5202-166E-9842-74FE-FF3C784AB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3DD98F-5A4C-E599-DF38-A6448C5D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41E569-964C-1A0F-F548-55BE9EF5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2BB121-13C6-ECB7-018E-68CD6341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1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FC9B3-D1FF-0DFC-0129-3455ADD1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7A61EB-35F0-DD88-C45A-90C8ED80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E9E315-C7EE-AC3A-1318-047FF6D3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193574-3DE7-297E-9BCA-61D7D675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786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67F7AC-4824-4B5E-E732-74378172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7E85F9-8088-F950-67F2-49B873D9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8DE27-1D2D-D265-4F87-BFBD2F22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12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5C374-8A48-32AE-D105-C2E36BAFB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9A177-49DB-CC66-F7C5-A05ED5A8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A00451-D072-F583-D025-94FDCD8C9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6AB709-807D-E48C-BEB8-4780BB2E0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7299C-63DF-7868-E1DA-9354C8A7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767894-7E8E-0ED7-DF35-31FB1269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84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10E4F-455B-BC1A-9001-47548561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01BD9E-6F99-6AA5-CA0D-AB8CE7215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CD98EA-BB6E-B904-4CA3-98B4DBF14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3ECAF4-CF2A-305D-C203-FA427FA91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42D3A-725D-77BE-096D-2C205043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5DC7FE-CAD8-EE5E-DC56-DA20181F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65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321CD-7B8E-EBA9-0019-F55567FF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025B53-B431-D6B4-4DB0-60703EC62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06AEE-6CCA-4952-3940-317FF9F2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13ADE2-6628-B463-B3E2-7F2E7082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B0AB5C-E6BD-953E-5B90-E43CCB9E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23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C0D95F-F7E5-8273-23F4-E45CD9960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DEB0B5-DA94-7675-4E48-881ADA6D4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83815-1887-9388-6CFA-3AD32D38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270431-A771-D57D-D445-C15BDB22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90B217-409E-2EC0-0512-0B98C5B9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3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75DF98-ED13-8F5E-B006-5E7F0054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0ECED4-E428-250C-DAF7-B223229B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573567-E61F-5DDF-C80E-60297C7DB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9A9AE-3A40-4317-8708-2AA857260096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0E7ADC-EF9C-6009-1F19-0DF9F6B09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E3189E-4C6E-EC7E-A6A9-2CB09D6B9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65334-6315-48A3-A246-4EB881BD1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83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DFE1F5E-09E1-FD6B-363B-FA48C21F7C29}"/>
              </a:ext>
            </a:extLst>
          </p:cNvPr>
          <p:cNvSpPr/>
          <p:nvPr/>
        </p:nvSpPr>
        <p:spPr>
          <a:xfrm>
            <a:off x="209671" y="262089"/>
            <a:ext cx="6226074" cy="390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COZY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B47D8-0E79-A408-16EB-C7DE30E392CA}"/>
              </a:ext>
            </a:extLst>
          </p:cNvPr>
          <p:cNvSpPr txBox="1"/>
          <p:nvPr/>
        </p:nvSpPr>
        <p:spPr>
          <a:xfrm>
            <a:off x="4787491" y="341784"/>
            <a:ext cx="704730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주문하기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980B4-EEE5-7CBE-2F58-DDD9AE88A26A}"/>
              </a:ext>
            </a:extLst>
          </p:cNvPr>
          <p:cNvSpPr txBox="1"/>
          <p:nvPr/>
        </p:nvSpPr>
        <p:spPr>
          <a:xfrm>
            <a:off x="5611616" y="341784"/>
            <a:ext cx="70473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관리자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5392E70-EA50-6C02-EE60-730B31EEF94F}"/>
              </a:ext>
            </a:extLst>
          </p:cNvPr>
          <p:cNvGrpSpPr/>
          <p:nvPr/>
        </p:nvGrpSpPr>
        <p:grpSpPr>
          <a:xfrm>
            <a:off x="209671" y="873630"/>
            <a:ext cx="1980230" cy="2987817"/>
            <a:chOff x="209671" y="873630"/>
            <a:chExt cx="1980230" cy="298781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6812FA7-2FB3-FD8E-F55D-7A96604A83DF}"/>
                </a:ext>
              </a:extLst>
            </p:cNvPr>
            <p:cNvSpPr/>
            <p:nvPr/>
          </p:nvSpPr>
          <p:spPr>
            <a:xfrm>
              <a:off x="209671" y="873630"/>
              <a:ext cx="1980230" cy="2987817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628D64B-007F-ED39-394A-47F0366D340E}"/>
                </a:ext>
              </a:extLst>
            </p:cNvPr>
            <p:cNvGrpSpPr/>
            <p:nvPr/>
          </p:nvGrpSpPr>
          <p:grpSpPr>
            <a:xfrm>
              <a:off x="209671" y="873630"/>
              <a:ext cx="1980230" cy="1019236"/>
              <a:chOff x="209671" y="873630"/>
              <a:chExt cx="1980230" cy="1019236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FC1DB46D-462C-B5FF-6EF2-12FE64A87437}"/>
                  </a:ext>
                </a:extLst>
              </p:cNvPr>
              <p:cNvSpPr/>
              <p:nvPr/>
            </p:nvSpPr>
            <p:spPr>
              <a:xfrm>
                <a:off x="209671" y="873630"/>
                <a:ext cx="1980230" cy="10192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167F9BEC-23D1-5F71-6A25-DE90012351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9671" y="873630"/>
                <a:ext cx="1980230" cy="1019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2D8F23F3-F177-135B-F9EF-ACDAE72A1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71" y="873630"/>
                <a:ext cx="1980230" cy="1019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57ED1B-AAD5-AED1-882B-650B67D94A86}"/>
                </a:ext>
              </a:extLst>
            </p:cNvPr>
            <p:cNvSpPr txBox="1"/>
            <p:nvPr/>
          </p:nvSpPr>
          <p:spPr>
            <a:xfrm>
              <a:off x="209671" y="1991074"/>
              <a:ext cx="11095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+mj-ea"/>
                  <a:ea typeface="+mj-ea"/>
                </a:rPr>
                <a:t>아메리카노</a:t>
              </a:r>
              <a:r>
                <a:rPr lang="en-US" altLang="ko-KR" sz="1000" b="1" dirty="0">
                  <a:latin typeface="+mj-ea"/>
                  <a:ea typeface="+mj-ea"/>
                </a:rPr>
                <a:t>(ICE)</a:t>
              </a:r>
              <a:endParaRPr lang="ko-KR" altLang="en-US" sz="1000" b="1" dirty="0">
                <a:latin typeface="+mj-ea"/>
                <a:ea typeface="+mj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BEDA57A-7FA5-D7CD-2DF2-628717B84061}"/>
                </a:ext>
              </a:extLst>
            </p:cNvPr>
            <p:cNvSpPr txBox="1"/>
            <p:nvPr/>
          </p:nvSpPr>
          <p:spPr>
            <a:xfrm>
              <a:off x="230349" y="2175390"/>
              <a:ext cx="5341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j-ea"/>
                  <a:ea typeface="+mj-ea"/>
                </a:rPr>
                <a:t>4,000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469B78-9DC0-DFE2-3599-E3EFC834206F}"/>
                </a:ext>
              </a:extLst>
            </p:cNvPr>
            <p:cNvSpPr txBox="1"/>
            <p:nvPr/>
          </p:nvSpPr>
          <p:spPr>
            <a:xfrm>
              <a:off x="230349" y="2458614"/>
              <a:ext cx="8098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간단한 설명</a:t>
              </a:r>
              <a:r>
                <a:rPr lang="en-US" altLang="ko-KR" sz="800" dirty="0">
                  <a:latin typeface="+mj-ea"/>
                  <a:ea typeface="+mj-ea"/>
                </a:rPr>
                <a:t>…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0EB8234-FAD9-4E71-7A53-39BC245C628D}"/>
                </a:ext>
              </a:extLst>
            </p:cNvPr>
            <p:cNvSpPr/>
            <p:nvPr/>
          </p:nvSpPr>
          <p:spPr>
            <a:xfrm>
              <a:off x="355275" y="2731552"/>
              <a:ext cx="87364" cy="87363"/>
            </a:xfrm>
            <a:prstGeom prst="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4D7235-0D34-71A2-7772-064ACF85C23C}"/>
                </a:ext>
              </a:extLst>
            </p:cNvPr>
            <p:cNvSpPr txBox="1"/>
            <p:nvPr/>
          </p:nvSpPr>
          <p:spPr>
            <a:xfrm>
              <a:off x="442639" y="2674058"/>
              <a:ext cx="9733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샷 추가 </a:t>
              </a:r>
              <a:r>
                <a:rPr lang="en-US" altLang="ko-KR" sz="800" dirty="0">
                  <a:latin typeface="+mj-ea"/>
                  <a:ea typeface="+mj-ea"/>
                </a:rPr>
                <a:t>(+500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C0D36E1-884A-1128-614E-3D9278FDF42E}"/>
                </a:ext>
              </a:extLst>
            </p:cNvPr>
            <p:cNvSpPr/>
            <p:nvPr/>
          </p:nvSpPr>
          <p:spPr>
            <a:xfrm>
              <a:off x="355275" y="2946996"/>
              <a:ext cx="87364" cy="87363"/>
            </a:xfrm>
            <a:prstGeom prst="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C16684-9E72-9040-D7C1-6C7ADD430B33}"/>
                </a:ext>
              </a:extLst>
            </p:cNvPr>
            <p:cNvSpPr txBox="1"/>
            <p:nvPr/>
          </p:nvSpPr>
          <p:spPr>
            <a:xfrm>
              <a:off x="442639" y="2889502"/>
              <a:ext cx="8915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시럽 추가 </a:t>
              </a:r>
              <a:r>
                <a:rPr lang="en-US" altLang="ko-KR" sz="800" dirty="0">
                  <a:latin typeface="+mj-ea"/>
                  <a:ea typeface="+mj-ea"/>
                </a:rPr>
                <a:t>(0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A6BBB6-7943-5AA7-E8B6-0C2E875130AF}"/>
                </a:ext>
              </a:extLst>
            </p:cNvPr>
            <p:cNvSpPr txBox="1"/>
            <p:nvPr/>
          </p:nvSpPr>
          <p:spPr>
            <a:xfrm>
              <a:off x="355274" y="3366390"/>
              <a:ext cx="1642427" cy="246221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담기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133F73B-09EC-D0BF-690C-63BE0CBA0B87}"/>
              </a:ext>
            </a:extLst>
          </p:cNvPr>
          <p:cNvGrpSpPr/>
          <p:nvPr/>
        </p:nvGrpSpPr>
        <p:grpSpPr>
          <a:xfrm>
            <a:off x="2335504" y="873630"/>
            <a:ext cx="1980230" cy="2987817"/>
            <a:chOff x="209671" y="873630"/>
            <a:chExt cx="1980230" cy="298781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69FDE1E-5008-AC91-2891-6A8A653565F9}"/>
                </a:ext>
              </a:extLst>
            </p:cNvPr>
            <p:cNvSpPr/>
            <p:nvPr/>
          </p:nvSpPr>
          <p:spPr>
            <a:xfrm>
              <a:off x="209671" y="873630"/>
              <a:ext cx="1980230" cy="2987817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676BC753-847C-BB1A-729A-884880BE3BB5}"/>
                </a:ext>
              </a:extLst>
            </p:cNvPr>
            <p:cNvGrpSpPr/>
            <p:nvPr/>
          </p:nvGrpSpPr>
          <p:grpSpPr>
            <a:xfrm>
              <a:off x="209671" y="873630"/>
              <a:ext cx="1980230" cy="1019236"/>
              <a:chOff x="209671" y="873630"/>
              <a:chExt cx="1980230" cy="1019236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8CBC314A-D92A-F5E3-C209-2F3D2162549B}"/>
                  </a:ext>
                </a:extLst>
              </p:cNvPr>
              <p:cNvSpPr/>
              <p:nvPr/>
            </p:nvSpPr>
            <p:spPr>
              <a:xfrm>
                <a:off x="209671" y="873630"/>
                <a:ext cx="1980230" cy="10192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8D1F604E-4F68-690C-7F4C-AEF6F68811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9671" y="873630"/>
                <a:ext cx="1980230" cy="1019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DB67D5E9-F3F8-AF6A-EB11-9A0FB6E1CB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71" y="873630"/>
                <a:ext cx="1980230" cy="1019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D602368-C844-46B0-D4CB-7FAD539C844E}"/>
                </a:ext>
              </a:extLst>
            </p:cNvPr>
            <p:cNvSpPr txBox="1"/>
            <p:nvPr/>
          </p:nvSpPr>
          <p:spPr>
            <a:xfrm>
              <a:off x="209671" y="1991074"/>
              <a:ext cx="11095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+mj-ea"/>
                  <a:ea typeface="+mj-ea"/>
                </a:rPr>
                <a:t>아메리카노</a:t>
              </a:r>
              <a:r>
                <a:rPr lang="en-US" altLang="ko-KR" sz="1000" b="1" dirty="0">
                  <a:latin typeface="+mj-ea"/>
                  <a:ea typeface="+mj-ea"/>
                </a:rPr>
                <a:t>(ICE)</a:t>
              </a:r>
              <a:endParaRPr lang="ko-KR" altLang="en-US" sz="1000" b="1" dirty="0">
                <a:latin typeface="+mj-ea"/>
                <a:ea typeface="+mj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4DD9F9-2491-DECC-9D32-E2728E63695D}"/>
                </a:ext>
              </a:extLst>
            </p:cNvPr>
            <p:cNvSpPr txBox="1"/>
            <p:nvPr/>
          </p:nvSpPr>
          <p:spPr>
            <a:xfrm>
              <a:off x="230349" y="2175390"/>
              <a:ext cx="5341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j-ea"/>
                  <a:ea typeface="+mj-ea"/>
                </a:rPr>
                <a:t>4,000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C170A1E-9CCD-E0AA-255F-FA08F5931E3B}"/>
                </a:ext>
              </a:extLst>
            </p:cNvPr>
            <p:cNvSpPr txBox="1"/>
            <p:nvPr/>
          </p:nvSpPr>
          <p:spPr>
            <a:xfrm>
              <a:off x="230349" y="2458614"/>
              <a:ext cx="8098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간단한 설명</a:t>
              </a:r>
              <a:r>
                <a:rPr lang="en-US" altLang="ko-KR" sz="800" dirty="0">
                  <a:latin typeface="+mj-ea"/>
                  <a:ea typeface="+mj-ea"/>
                </a:rPr>
                <a:t>…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572C830-29C1-8B87-F164-4BBB22B2148D}"/>
                </a:ext>
              </a:extLst>
            </p:cNvPr>
            <p:cNvSpPr/>
            <p:nvPr/>
          </p:nvSpPr>
          <p:spPr>
            <a:xfrm>
              <a:off x="355275" y="2731552"/>
              <a:ext cx="87364" cy="87363"/>
            </a:xfrm>
            <a:prstGeom prst="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A927814-4DB9-7786-E920-27F5B4A7DC4E}"/>
                </a:ext>
              </a:extLst>
            </p:cNvPr>
            <p:cNvSpPr txBox="1"/>
            <p:nvPr/>
          </p:nvSpPr>
          <p:spPr>
            <a:xfrm>
              <a:off x="442639" y="2674058"/>
              <a:ext cx="9733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샷 추가 </a:t>
              </a:r>
              <a:r>
                <a:rPr lang="en-US" altLang="ko-KR" sz="800" dirty="0">
                  <a:latin typeface="+mj-ea"/>
                  <a:ea typeface="+mj-ea"/>
                </a:rPr>
                <a:t>(+500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C8FC63F-8942-F935-252C-A1EE0F055B14}"/>
                </a:ext>
              </a:extLst>
            </p:cNvPr>
            <p:cNvSpPr/>
            <p:nvPr/>
          </p:nvSpPr>
          <p:spPr>
            <a:xfrm>
              <a:off x="355275" y="2946996"/>
              <a:ext cx="87364" cy="87363"/>
            </a:xfrm>
            <a:prstGeom prst="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3A33E28-1E48-48AA-4F6D-D7D4216D38BF}"/>
                </a:ext>
              </a:extLst>
            </p:cNvPr>
            <p:cNvSpPr txBox="1"/>
            <p:nvPr/>
          </p:nvSpPr>
          <p:spPr>
            <a:xfrm>
              <a:off x="442639" y="2889502"/>
              <a:ext cx="8915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시럽 추가 </a:t>
              </a:r>
              <a:r>
                <a:rPr lang="en-US" altLang="ko-KR" sz="800" dirty="0">
                  <a:latin typeface="+mj-ea"/>
                  <a:ea typeface="+mj-ea"/>
                </a:rPr>
                <a:t>(0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664F6C-5046-22A4-C258-BA4B31C33E54}"/>
                </a:ext>
              </a:extLst>
            </p:cNvPr>
            <p:cNvSpPr txBox="1"/>
            <p:nvPr/>
          </p:nvSpPr>
          <p:spPr>
            <a:xfrm>
              <a:off x="355274" y="3366390"/>
              <a:ext cx="1642427" cy="246221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담기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710A4AF-FBB0-45CA-CDDB-3C18AFDA2712}"/>
              </a:ext>
            </a:extLst>
          </p:cNvPr>
          <p:cNvGrpSpPr/>
          <p:nvPr/>
        </p:nvGrpSpPr>
        <p:grpSpPr>
          <a:xfrm>
            <a:off x="4455515" y="873629"/>
            <a:ext cx="1980230" cy="2987817"/>
            <a:chOff x="209671" y="873630"/>
            <a:chExt cx="1980230" cy="2987817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58A07692-1C94-2449-52A7-D898FAE41B89}"/>
                </a:ext>
              </a:extLst>
            </p:cNvPr>
            <p:cNvSpPr/>
            <p:nvPr/>
          </p:nvSpPr>
          <p:spPr>
            <a:xfrm>
              <a:off x="209671" y="873630"/>
              <a:ext cx="1980230" cy="2987817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258FDBE2-1C9B-72B0-BAEE-C5FA6765D130}"/>
                </a:ext>
              </a:extLst>
            </p:cNvPr>
            <p:cNvGrpSpPr/>
            <p:nvPr/>
          </p:nvGrpSpPr>
          <p:grpSpPr>
            <a:xfrm>
              <a:off x="209671" y="873630"/>
              <a:ext cx="1980230" cy="1019236"/>
              <a:chOff x="209671" y="873630"/>
              <a:chExt cx="1980230" cy="1019236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46561947-C293-DEFE-9949-106B219EA748}"/>
                  </a:ext>
                </a:extLst>
              </p:cNvPr>
              <p:cNvSpPr/>
              <p:nvPr/>
            </p:nvSpPr>
            <p:spPr>
              <a:xfrm>
                <a:off x="209671" y="873630"/>
                <a:ext cx="1980230" cy="10192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CE39D108-F35F-C016-3220-C689636A73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9671" y="873630"/>
                <a:ext cx="1980230" cy="1019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2646F41D-D85F-7A3C-2C49-A56B08E222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71" y="873630"/>
                <a:ext cx="1980230" cy="1019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32C3769-1242-2612-7403-A63DA4F40650}"/>
                </a:ext>
              </a:extLst>
            </p:cNvPr>
            <p:cNvSpPr txBox="1"/>
            <p:nvPr/>
          </p:nvSpPr>
          <p:spPr>
            <a:xfrm>
              <a:off x="209671" y="1991074"/>
              <a:ext cx="11095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+mj-ea"/>
                  <a:ea typeface="+mj-ea"/>
                </a:rPr>
                <a:t>아메리카노</a:t>
              </a:r>
              <a:r>
                <a:rPr lang="en-US" altLang="ko-KR" sz="1000" b="1" dirty="0">
                  <a:latin typeface="+mj-ea"/>
                  <a:ea typeface="+mj-ea"/>
                </a:rPr>
                <a:t>(ICE)</a:t>
              </a:r>
              <a:endParaRPr lang="ko-KR" altLang="en-US" sz="1000" b="1" dirty="0">
                <a:latin typeface="+mj-ea"/>
                <a:ea typeface="+mj-ea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55C35DE-5266-FE12-4C9B-28F4D9D730D5}"/>
                </a:ext>
              </a:extLst>
            </p:cNvPr>
            <p:cNvSpPr txBox="1"/>
            <p:nvPr/>
          </p:nvSpPr>
          <p:spPr>
            <a:xfrm>
              <a:off x="230349" y="2175390"/>
              <a:ext cx="5341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j-ea"/>
                  <a:ea typeface="+mj-ea"/>
                </a:rPr>
                <a:t>4,000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45CB519-3FA7-AFA0-A1E8-B227794CEED3}"/>
                </a:ext>
              </a:extLst>
            </p:cNvPr>
            <p:cNvSpPr txBox="1"/>
            <p:nvPr/>
          </p:nvSpPr>
          <p:spPr>
            <a:xfrm>
              <a:off x="230349" y="2458614"/>
              <a:ext cx="8098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간단한 설명</a:t>
              </a:r>
              <a:r>
                <a:rPr lang="en-US" altLang="ko-KR" sz="800" dirty="0">
                  <a:latin typeface="+mj-ea"/>
                  <a:ea typeface="+mj-ea"/>
                </a:rPr>
                <a:t>…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3CF1223C-58A2-539F-EB60-4E625845070F}"/>
                </a:ext>
              </a:extLst>
            </p:cNvPr>
            <p:cNvSpPr/>
            <p:nvPr/>
          </p:nvSpPr>
          <p:spPr>
            <a:xfrm>
              <a:off x="355275" y="2731552"/>
              <a:ext cx="87364" cy="87363"/>
            </a:xfrm>
            <a:prstGeom prst="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EDFF4FC-5175-30C8-15D7-6DFECB7C7C8E}"/>
                </a:ext>
              </a:extLst>
            </p:cNvPr>
            <p:cNvSpPr txBox="1"/>
            <p:nvPr/>
          </p:nvSpPr>
          <p:spPr>
            <a:xfrm>
              <a:off x="442639" y="2674058"/>
              <a:ext cx="9733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샷 추가 </a:t>
              </a:r>
              <a:r>
                <a:rPr lang="en-US" altLang="ko-KR" sz="800" dirty="0">
                  <a:latin typeface="+mj-ea"/>
                  <a:ea typeface="+mj-ea"/>
                </a:rPr>
                <a:t>(+500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B5C7A75-9995-2605-1D4A-B612CEE37FD6}"/>
                </a:ext>
              </a:extLst>
            </p:cNvPr>
            <p:cNvSpPr/>
            <p:nvPr/>
          </p:nvSpPr>
          <p:spPr>
            <a:xfrm>
              <a:off x="355275" y="2946996"/>
              <a:ext cx="87364" cy="87363"/>
            </a:xfrm>
            <a:prstGeom prst="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96B952-78E4-27DC-F321-BD0A6191695C}"/>
                </a:ext>
              </a:extLst>
            </p:cNvPr>
            <p:cNvSpPr txBox="1"/>
            <p:nvPr/>
          </p:nvSpPr>
          <p:spPr>
            <a:xfrm>
              <a:off x="442639" y="2889502"/>
              <a:ext cx="8915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latin typeface="+mj-ea"/>
                  <a:ea typeface="+mj-ea"/>
                </a:rPr>
                <a:t>시럽 추가 </a:t>
              </a:r>
              <a:r>
                <a:rPr lang="en-US" altLang="ko-KR" sz="800" dirty="0">
                  <a:latin typeface="+mj-ea"/>
                  <a:ea typeface="+mj-ea"/>
                </a:rPr>
                <a:t>(0</a:t>
              </a:r>
              <a:r>
                <a:rPr lang="ko-KR" altLang="en-US" sz="800" dirty="0">
                  <a:latin typeface="+mj-ea"/>
                  <a:ea typeface="+mj-ea"/>
                </a:rPr>
                <a:t>원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20393F2-AFC2-B8F5-32C4-DA2710AE13D6}"/>
                </a:ext>
              </a:extLst>
            </p:cNvPr>
            <p:cNvSpPr txBox="1"/>
            <p:nvPr/>
          </p:nvSpPr>
          <p:spPr>
            <a:xfrm>
              <a:off x="355274" y="3366390"/>
              <a:ext cx="1642427" cy="246221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담기</a:t>
              </a: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F2547BA-E90E-9F43-DC78-9FDEE72FD48E}"/>
              </a:ext>
            </a:extLst>
          </p:cNvPr>
          <p:cNvSpPr/>
          <p:nvPr/>
        </p:nvSpPr>
        <p:spPr>
          <a:xfrm>
            <a:off x="209671" y="4041997"/>
            <a:ext cx="6226074" cy="110659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CCD89A-4242-0B68-63F1-5510DF60A4C8}"/>
              </a:ext>
            </a:extLst>
          </p:cNvPr>
          <p:cNvSpPr txBox="1"/>
          <p:nvPr/>
        </p:nvSpPr>
        <p:spPr>
          <a:xfrm>
            <a:off x="230349" y="413129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</a:rPr>
              <a:t>장바구니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A25EE2-0EF4-2281-9CE4-3CADA74D1420}"/>
              </a:ext>
            </a:extLst>
          </p:cNvPr>
          <p:cNvSpPr txBox="1"/>
          <p:nvPr/>
        </p:nvSpPr>
        <p:spPr>
          <a:xfrm>
            <a:off x="355274" y="4377396"/>
            <a:ext cx="17668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아메리카노</a:t>
            </a:r>
            <a:r>
              <a:rPr lang="en-US" altLang="ko-KR" sz="1000" dirty="0">
                <a:latin typeface="+mj-ea"/>
                <a:ea typeface="+mj-ea"/>
              </a:rPr>
              <a:t>(ICE) </a:t>
            </a:r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ko-KR" altLang="en-US" sz="800" dirty="0" err="1">
                <a:latin typeface="+mj-ea"/>
                <a:ea typeface="+mj-ea"/>
              </a:rPr>
              <a:t>샷추가</a:t>
            </a:r>
            <a:r>
              <a:rPr lang="en-US" altLang="ko-KR" sz="800" dirty="0">
                <a:latin typeface="+mj-ea"/>
                <a:ea typeface="+mj-ea"/>
              </a:rPr>
              <a:t>)  X 1 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1E6972-5FE9-F369-3395-C8EA41A6A896}"/>
              </a:ext>
            </a:extLst>
          </p:cNvPr>
          <p:cNvSpPr txBox="1"/>
          <p:nvPr/>
        </p:nvSpPr>
        <p:spPr>
          <a:xfrm>
            <a:off x="2356704" y="4396418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+mj-ea"/>
                <a:ea typeface="+mj-ea"/>
              </a:rPr>
              <a:t>4,500</a:t>
            </a:r>
            <a:r>
              <a:rPr lang="ko-KR" altLang="en-US" sz="1000" dirty="0">
                <a:latin typeface="+mj-ea"/>
                <a:ea typeface="+mj-ea"/>
              </a:rPr>
              <a:t>원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5BD2A8-9988-A722-177D-925DAC4391A2}"/>
              </a:ext>
            </a:extLst>
          </p:cNvPr>
          <p:cNvSpPr txBox="1"/>
          <p:nvPr/>
        </p:nvSpPr>
        <p:spPr>
          <a:xfrm>
            <a:off x="355274" y="4623617"/>
            <a:ext cx="1436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아메리카노</a:t>
            </a:r>
            <a:r>
              <a:rPr lang="en-US" altLang="ko-KR" sz="1000" dirty="0">
                <a:latin typeface="+mj-ea"/>
                <a:ea typeface="+mj-ea"/>
              </a:rPr>
              <a:t>(HOT) </a:t>
            </a:r>
            <a:r>
              <a:rPr lang="en-US" altLang="ko-KR" sz="800" dirty="0">
                <a:latin typeface="+mj-ea"/>
                <a:ea typeface="+mj-ea"/>
              </a:rPr>
              <a:t> X 2 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28D4A5-D3E1-2410-7757-717C1357ABC3}"/>
              </a:ext>
            </a:extLst>
          </p:cNvPr>
          <p:cNvSpPr txBox="1"/>
          <p:nvPr/>
        </p:nvSpPr>
        <p:spPr>
          <a:xfrm>
            <a:off x="2356704" y="4642639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+mj-ea"/>
                <a:ea typeface="+mj-ea"/>
              </a:rPr>
              <a:t>8,000</a:t>
            </a:r>
            <a:r>
              <a:rPr lang="ko-KR" altLang="en-US" sz="1000" dirty="0">
                <a:latin typeface="+mj-ea"/>
                <a:ea typeface="+mj-ea"/>
              </a:rPr>
              <a:t>원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41C7F0-0F42-E118-BB1F-F8CA75D42037}"/>
              </a:ext>
            </a:extLst>
          </p:cNvPr>
          <p:cNvSpPr txBox="1"/>
          <p:nvPr/>
        </p:nvSpPr>
        <p:spPr>
          <a:xfrm>
            <a:off x="4436651" y="4377395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latin typeface="+mj-ea"/>
                <a:ea typeface="+mj-ea"/>
              </a:rPr>
              <a:t>총금액</a:t>
            </a:r>
            <a:r>
              <a:rPr lang="ko-KR" altLang="en-US" sz="1000" b="1" dirty="0">
                <a:latin typeface="+mj-ea"/>
                <a:ea typeface="+mj-ea"/>
              </a:rPr>
              <a:t> </a:t>
            </a:r>
            <a:r>
              <a:rPr lang="en-US" altLang="ko-KR" sz="1000" b="1" dirty="0">
                <a:latin typeface="+mj-ea"/>
                <a:ea typeface="+mj-ea"/>
              </a:rPr>
              <a:t>: 12,500</a:t>
            </a:r>
            <a:r>
              <a:rPr lang="ko-KR" altLang="en-US" sz="1000" b="1" dirty="0">
                <a:latin typeface="+mj-ea"/>
                <a:ea typeface="+mj-ea"/>
              </a:rPr>
              <a:t>원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2C568F-7DA6-D14E-7958-5AE4CE1B682F}"/>
              </a:ext>
            </a:extLst>
          </p:cNvPr>
          <p:cNvSpPr txBox="1"/>
          <p:nvPr/>
        </p:nvSpPr>
        <p:spPr>
          <a:xfrm>
            <a:off x="4476193" y="4694203"/>
            <a:ext cx="1642427" cy="24622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주문하기</a:t>
            </a:r>
          </a:p>
        </p:txBody>
      </p:sp>
    </p:spTree>
    <p:extLst>
      <p:ext uri="{BB962C8B-B14F-4D97-AF65-F5344CB8AC3E}">
        <p14:creationId xmlns:p14="http://schemas.microsoft.com/office/powerpoint/2010/main" val="244662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E20D-A9FA-2374-552C-32C7DF33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29AFF37-4055-9840-A76D-DE1381A920D0}"/>
              </a:ext>
            </a:extLst>
          </p:cNvPr>
          <p:cNvSpPr/>
          <p:nvPr/>
        </p:nvSpPr>
        <p:spPr>
          <a:xfrm>
            <a:off x="209671" y="262089"/>
            <a:ext cx="6226074" cy="390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COZY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62492-100C-1FFE-C6A7-6ACD04A7BB87}"/>
              </a:ext>
            </a:extLst>
          </p:cNvPr>
          <p:cNvSpPr txBox="1"/>
          <p:nvPr/>
        </p:nvSpPr>
        <p:spPr>
          <a:xfrm>
            <a:off x="5538815" y="366498"/>
            <a:ext cx="704730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관리자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C4EFE-F087-2D15-54F2-E09CE71199E0}"/>
              </a:ext>
            </a:extLst>
          </p:cNvPr>
          <p:cNvSpPr txBox="1"/>
          <p:nvPr/>
        </p:nvSpPr>
        <p:spPr>
          <a:xfrm>
            <a:off x="4528746" y="354127"/>
            <a:ext cx="70473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주문하기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935760C-76C1-6E20-6921-F8209CA3B059}"/>
              </a:ext>
            </a:extLst>
          </p:cNvPr>
          <p:cNvSpPr/>
          <p:nvPr/>
        </p:nvSpPr>
        <p:spPr>
          <a:xfrm>
            <a:off x="209671" y="756721"/>
            <a:ext cx="6226074" cy="72262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CA031B-736C-95C1-4339-9D1024E028B3}"/>
              </a:ext>
            </a:extLst>
          </p:cNvPr>
          <p:cNvSpPr txBox="1"/>
          <p:nvPr/>
        </p:nvSpPr>
        <p:spPr>
          <a:xfrm>
            <a:off x="230349" y="846022"/>
            <a:ext cx="11272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</a:rPr>
              <a:t>관리자 대시보드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C06D39-651B-5D80-FFFD-4EDA6D2C16FE}"/>
              </a:ext>
            </a:extLst>
          </p:cNvPr>
          <p:cNvSpPr txBox="1"/>
          <p:nvPr/>
        </p:nvSpPr>
        <p:spPr>
          <a:xfrm>
            <a:off x="355273" y="1092119"/>
            <a:ext cx="588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총 주문 </a:t>
            </a:r>
            <a:r>
              <a:rPr lang="en-US" altLang="ko-KR" sz="1000" dirty="0">
                <a:latin typeface="+mj-ea"/>
                <a:ea typeface="+mj-ea"/>
              </a:rPr>
              <a:t>1 / </a:t>
            </a:r>
            <a:r>
              <a:rPr lang="ko-KR" altLang="en-US" sz="1000" dirty="0">
                <a:latin typeface="+mj-ea"/>
                <a:ea typeface="+mj-ea"/>
              </a:rPr>
              <a:t>주문 접수 </a:t>
            </a:r>
            <a:r>
              <a:rPr lang="en-US" altLang="ko-KR" sz="1000" dirty="0">
                <a:latin typeface="+mj-ea"/>
                <a:ea typeface="+mj-ea"/>
              </a:rPr>
              <a:t>1 / </a:t>
            </a:r>
            <a:r>
              <a:rPr lang="ko-KR" altLang="en-US" sz="1000" dirty="0">
                <a:latin typeface="+mj-ea"/>
                <a:ea typeface="+mj-ea"/>
              </a:rPr>
              <a:t>제조 중 </a:t>
            </a:r>
            <a:r>
              <a:rPr lang="en-US" altLang="ko-KR" sz="1000" dirty="0">
                <a:latin typeface="+mj-ea"/>
                <a:ea typeface="+mj-ea"/>
              </a:rPr>
              <a:t>0 / </a:t>
            </a:r>
            <a:r>
              <a:rPr lang="ko-KR" altLang="en-US" sz="1000" dirty="0">
                <a:latin typeface="+mj-ea"/>
                <a:ea typeface="+mj-ea"/>
              </a:rPr>
              <a:t>제조 완료 </a:t>
            </a:r>
            <a:r>
              <a:rPr lang="en-US" altLang="ko-KR" sz="1000" dirty="0">
                <a:latin typeface="+mj-ea"/>
                <a:ea typeface="+mj-ea"/>
              </a:rPr>
              <a:t>0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29C541-972E-3D38-C941-7AD6493A8585}"/>
              </a:ext>
            </a:extLst>
          </p:cNvPr>
          <p:cNvSpPr/>
          <p:nvPr/>
        </p:nvSpPr>
        <p:spPr>
          <a:xfrm>
            <a:off x="209671" y="1583759"/>
            <a:ext cx="6226074" cy="150306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54289-99F1-6BDC-21F9-21373A0DE05A}"/>
              </a:ext>
            </a:extLst>
          </p:cNvPr>
          <p:cNvSpPr txBox="1"/>
          <p:nvPr/>
        </p:nvSpPr>
        <p:spPr>
          <a:xfrm>
            <a:off x="230349" y="1673060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</a:rPr>
              <a:t>재고 현황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D9BF4E3-ABF0-D1CA-6DFE-EC270C3936AE}"/>
              </a:ext>
            </a:extLst>
          </p:cNvPr>
          <p:cNvGrpSpPr/>
          <p:nvPr/>
        </p:nvGrpSpPr>
        <p:grpSpPr>
          <a:xfrm>
            <a:off x="355273" y="2023691"/>
            <a:ext cx="1811331" cy="926048"/>
            <a:chOff x="355273" y="2023691"/>
            <a:chExt cx="1980230" cy="92604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BA615DC-44E5-97D8-5017-464BFA45774F}"/>
                </a:ext>
              </a:extLst>
            </p:cNvPr>
            <p:cNvSpPr/>
            <p:nvPr/>
          </p:nvSpPr>
          <p:spPr>
            <a:xfrm>
              <a:off x="355273" y="2023691"/>
              <a:ext cx="1980230" cy="926048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FE7F65-0B3D-AFC6-4D3C-A0860E3DB706}"/>
                </a:ext>
              </a:extLst>
            </p:cNvPr>
            <p:cNvSpPr txBox="1"/>
            <p:nvPr/>
          </p:nvSpPr>
          <p:spPr>
            <a:xfrm>
              <a:off x="393676" y="2145860"/>
              <a:ext cx="1109599" cy="251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+mj-ea"/>
                  <a:ea typeface="+mj-ea"/>
                </a:rPr>
                <a:t>아메리카노</a:t>
              </a:r>
              <a:r>
                <a:rPr lang="en-US" altLang="ko-KR" sz="1000" b="1" dirty="0">
                  <a:latin typeface="+mj-ea"/>
                  <a:ea typeface="+mj-ea"/>
                </a:rPr>
                <a:t>(ICE)</a:t>
              </a:r>
              <a:endParaRPr lang="ko-KR" altLang="en-US" sz="1000" b="1" dirty="0">
                <a:latin typeface="+mj-ea"/>
                <a:ea typeface="+mj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8587F10-73E7-B981-6A2D-7EC8E111162B}"/>
                </a:ext>
              </a:extLst>
            </p:cNvPr>
            <p:cNvSpPr txBox="1"/>
            <p:nvPr/>
          </p:nvSpPr>
          <p:spPr>
            <a:xfrm>
              <a:off x="414354" y="2334128"/>
              <a:ext cx="3994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j-ea"/>
                  <a:ea typeface="+mj-ea"/>
                </a:rPr>
                <a:t>10</a:t>
              </a:r>
              <a:r>
                <a:rPr lang="ko-KR" altLang="en-US" sz="800" dirty="0">
                  <a:latin typeface="+mj-ea"/>
                  <a:ea typeface="+mj-ea"/>
                </a:rPr>
                <a:t>개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A6D576-4D20-5D6D-74A3-FC170BE1F454}"/>
                </a:ext>
              </a:extLst>
            </p:cNvPr>
            <p:cNvSpPr txBox="1"/>
            <p:nvPr/>
          </p:nvSpPr>
          <p:spPr>
            <a:xfrm>
              <a:off x="524175" y="2585628"/>
              <a:ext cx="200940" cy="251500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B6AF3BB-CAD2-F90E-6671-00172F488DB2}"/>
                </a:ext>
              </a:extLst>
            </p:cNvPr>
            <p:cNvSpPr txBox="1"/>
            <p:nvPr/>
          </p:nvSpPr>
          <p:spPr>
            <a:xfrm>
              <a:off x="747535" y="2585628"/>
              <a:ext cx="200940" cy="251500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26FEE00-C5CB-F292-9169-B02E177E45D6}"/>
              </a:ext>
            </a:extLst>
          </p:cNvPr>
          <p:cNvGrpSpPr/>
          <p:nvPr/>
        </p:nvGrpSpPr>
        <p:grpSpPr>
          <a:xfrm>
            <a:off x="2405394" y="2023691"/>
            <a:ext cx="1811331" cy="926048"/>
            <a:chOff x="355273" y="2023691"/>
            <a:chExt cx="1980230" cy="926048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F2168677-AA8E-5049-0C85-0D1B1F770859}"/>
                </a:ext>
              </a:extLst>
            </p:cNvPr>
            <p:cNvSpPr/>
            <p:nvPr/>
          </p:nvSpPr>
          <p:spPr>
            <a:xfrm>
              <a:off x="355273" y="2023691"/>
              <a:ext cx="1980230" cy="926048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6F8ED98-8472-1882-E718-A182881AF3E7}"/>
                </a:ext>
              </a:extLst>
            </p:cNvPr>
            <p:cNvSpPr txBox="1"/>
            <p:nvPr/>
          </p:nvSpPr>
          <p:spPr>
            <a:xfrm>
              <a:off x="393677" y="2145860"/>
              <a:ext cx="130419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+mj-ea"/>
                  <a:ea typeface="+mj-ea"/>
                </a:rPr>
                <a:t>아메리카노</a:t>
              </a:r>
              <a:r>
                <a:rPr lang="en-US" altLang="ko-KR" sz="1000" b="1" dirty="0">
                  <a:latin typeface="+mj-ea"/>
                  <a:ea typeface="+mj-ea"/>
                </a:rPr>
                <a:t>(HOT)</a:t>
              </a:r>
              <a:endParaRPr lang="ko-KR" altLang="en-US" sz="1000" b="1" dirty="0">
                <a:latin typeface="+mj-ea"/>
                <a:ea typeface="+mj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4C14EF9-E83B-41A4-EE5F-60CABE9338E1}"/>
                </a:ext>
              </a:extLst>
            </p:cNvPr>
            <p:cNvSpPr txBox="1"/>
            <p:nvPr/>
          </p:nvSpPr>
          <p:spPr>
            <a:xfrm>
              <a:off x="414354" y="2334128"/>
              <a:ext cx="3994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j-ea"/>
                  <a:ea typeface="+mj-ea"/>
                </a:rPr>
                <a:t>10</a:t>
              </a:r>
              <a:r>
                <a:rPr lang="ko-KR" altLang="en-US" sz="800" dirty="0">
                  <a:latin typeface="+mj-ea"/>
                  <a:ea typeface="+mj-ea"/>
                </a:rPr>
                <a:t>개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FF40E17-FEA6-31AF-2616-1EEA344A041C}"/>
                </a:ext>
              </a:extLst>
            </p:cNvPr>
            <p:cNvSpPr txBox="1"/>
            <p:nvPr/>
          </p:nvSpPr>
          <p:spPr>
            <a:xfrm>
              <a:off x="524175" y="2585628"/>
              <a:ext cx="200940" cy="251500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93B2EE8-BA4C-5DD0-7D93-92A507FF5A23}"/>
                </a:ext>
              </a:extLst>
            </p:cNvPr>
            <p:cNvSpPr txBox="1"/>
            <p:nvPr/>
          </p:nvSpPr>
          <p:spPr>
            <a:xfrm>
              <a:off x="747535" y="2585628"/>
              <a:ext cx="200940" cy="251500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A5778A4-0A6B-55F7-A168-30341805AAA9}"/>
              </a:ext>
            </a:extLst>
          </p:cNvPr>
          <p:cNvGrpSpPr/>
          <p:nvPr/>
        </p:nvGrpSpPr>
        <p:grpSpPr>
          <a:xfrm>
            <a:off x="4420569" y="2023691"/>
            <a:ext cx="1811331" cy="926048"/>
            <a:chOff x="355273" y="2023691"/>
            <a:chExt cx="1980230" cy="926048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E8F73FB1-241A-052E-D53B-474B7CC5A8B4}"/>
                </a:ext>
              </a:extLst>
            </p:cNvPr>
            <p:cNvSpPr/>
            <p:nvPr/>
          </p:nvSpPr>
          <p:spPr>
            <a:xfrm>
              <a:off x="355273" y="2023691"/>
              <a:ext cx="1980230" cy="926048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BE3D758-62F9-99CF-F728-CE1E8FA4928B}"/>
                </a:ext>
              </a:extLst>
            </p:cNvPr>
            <p:cNvSpPr txBox="1"/>
            <p:nvPr/>
          </p:nvSpPr>
          <p:spPr>
            <a:xfrm>
              <a:off x="393677" y="2145860"/>
              <a:ext cx="7626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+mj-ea"/>
                  <a:ea typeface="+mj-ea"/>
                </a:rPr>
                <a:t>카페라떼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59AFAEC-A650-651E-024C-D90263CEA4BA}"/>
                </a:ext>
              </a:extLst>
            </p:cNvPr>
            <p:cNvSpPr txBox="1"/>
            <p:nvPr/>
          </p:nvSpPr>
          <p:spPr>
            <a:xfrm>
              <a:off x="414354" y="2334128"/>
              <a:ext cx="3994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+mj-ea"/>
                  <a:ea typeface="+mj-ea"/>
                </a:rPr>
                <a:t>10</a:t>
              </a:r>
              <a:r>
                <a:rPr lang="ko-KR" altLang="en-US" sz="800" dirty="0">
                  <a:latin typeface="+mj-ea"/>
                  <a:ea typeface="+mj-ea"/>
                </a:rPr>
                <a:t>개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7DAA85D-0AB5-FAD5-C0D0-79C6993BBF80}"/>
                </a:ext>
              </a:extLst>
            </p:cNvPr>
            <p:cNvSpPr txBox="1"/>
            <p:nvPr/>
          </p:nvSpPr>
          <p:spPr>
            <a:xfrm>
              <a:off x="524175" y="2585628"/>
              <a:ext cx="200940" cy="251500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811A7DE-BBA3-1394-EF9B-5989F2AF2734}"/>
                </a:ext>
              </a:extLst>
            </p:cNvPr>
            <p:cNvSpPr txBox="1"/>
            <p:nvPr/>
          </p:nvSpPr>
          <p:spPr>
            <a:xfrm>
              <a:off x="747535" y="2585628"/>
              <a:ext cx="200940" cy="251500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2E131A4-F4AE-DF60-38FA-228ADCBB1B2A}"/>
              </a:ext>
            </a:extLst>
          </p:cNvPr>
          <p:cNvSpPr/>
          <p:nvPr/>
        </p:nvSpPr>
        <p:spPr>
          <a:xfrm>
            <a:off x="209671" y="3191238"/>
            <a:ext cx="6226074" cy="110659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C78E87-6DB2-708C-DF81-89DDB69DC72E}"/>
              </a:ext>
            </a:extLst>
          </p:cNvPr>
          <p:cNvSpPr txBox="1"/>
          <p:nvPr/>
        </p:nvSpPr>
        <p:spPr>
          <a:xfrm>
            <a:off x="230349" y="3280540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</a:rPr>
              <a:t>주문 현황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273B447-842D-91DD-CAD4-B8FA41431E38}"/>
              </a:ext>
            </a:extLst>
          </p:cNvPr>
          <p:cNvSpPr txBox="1"/>
          <p:nvPr/>
        </p:nvSpPr>
        <p:spPr>
          <a:xfrm>
            <a:off x="1783937" y="3474112"/>
            <a:ext cx="17668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아메리카노</a:t>
            </a:r>
            <a:r>
              <a:rPr lang="en-US" altLang="ko-KR" sz="1000" dirty="0">
                <a:latin typeface="+mj-ea"/>
                <a:ea typeface="+mj-ea"/>
              </a:rPr>
              <a:t>(ICE) </a:t>
            </a:r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ko-KR" altLang="en-US" sz="800" dirty="0" err="1">
                <a:latin typeface="+mj-ea"/>
                <a:ea typeface="+mj-ea"/>
              </a:rPr>
              <a:t>샷추가</a:t>
            </a:r>
            <a:r>
              <a:rPr lang="en-US" altLang="ko-KR" sz="800" dirty="0">
                <a:latin typeface="+mj-ea"/>
                <a:ea typeface="+mj-ea"/>
              </a:rPr>
              <a:t>)  X 1 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60ED4F-2AD5-F28E-8059-CD555808C92F}"/>
              </a:ext>
            </a:extLst>
          </p:cNvPr>
          <p:cNvSpPr txBox="1"/>
          <p:nvPr/>
        </p:nvSpPr>
        <p:spPr>
          <a:xfrm>
            <a:off x="3785367" y="3493134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+mj-ea"/>
                <a:ea typeface="+mj-ea"/>
              </a:rPr>
              <a:t>4,500</a:t>
            </a:r>
            <a:r>
              <a:rPr lang="ko-KR" altLang="en-US" sz="1000" dirty="0">
                <a:latin typeface="+mj-ea"/>
                <a:ea typeface="+mj-ea"/>
              </a:rPr>
              <a:t>원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6469211-8CF3-EBB0-5264-3AADCF7CCB2D}"/>
              </a:ext>
            </a:extLst>
          </p:cNvPr>
          <p:cNvSpPr txBox="1"/>
          <p:nvPr/>
        </p:nvSpPr>
        <p:spPr>
          <a:xfrm>
            <a:off x="4589473" y="3485230"/>
            <a:ext cx="1642427" cy="24622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주문접수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2525DE-7560-4623-9EDA-E465E3C8BE66}"/>
              </a:ext>
            </a:extLst>
          </p:cNvPr>
          <p:cNvSpPr txBox="1"/>
          <p:nvPr/>
        </p:nvSpPr>
        <p:spPr>
          <a:xfrm>
            <a:off x="348972" y="3456788"/>
            <a:ext cx="1008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+mj-ea"/>
                <a:ea typeface="+mj-ea"/>
              </a:rPr>
              <a:t>7</a:t>
            </a:r>
            <a:r>
              <a:rPr lang="ko-KR" altLang="en-US" sz="1000" dirty="0">
                <a:latin typeface="+mj-ea"/>
                <a:ea typeface="+mj-ea"/>
              </a:rPr>
              <a:t>월</a:t>
            </a:r>
            <a:r>
              <a:rPr lang="en-US" altLang="ko-KR" sz="1000" dirty="0">
                <a:latin typeface="+mj-ea"/>
                <a:ea typeface="+mj-ea"/>
              </a:rPr>
              <a:t>31</a:t>
            </a:r>
            <a:r>
              <a:rPr lang="ko-KR" altLang="en-US" sz="1000" dirty="0">
                <a:latin typeface="+mj-ea"/>
                <a:ea typeface="+mj-ea"/>
              </a:rPr>
              <a:t>일 </a:t>
            </a:r>
            <a:r>
              <a:rPr lang="en-US" altLang="ko-KR" sz="1000" dirty="0">
                <a:latin typeface="+mj-ea"/>
                <a:ea typeface="+mj-ea"/>
              </a:rPr>
              <a:t>13:00</a:t>
            </a:r>
            <a:endParaRPr lang="ko-KR" altLang="en-US" sz="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2220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156</Words>
  <Application>Microsoft Office PowerPoint</Application>
  <PresentationFormat>와이드스크린</PresentationFormat>
  <Paragraphs>51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강문석</dc:creator>
  <cp:lastModifiedBy>강문석</cp:lastModifiedBy>
  <cp:revision>6</cp:revision>
  <dcterms:created xsi:type="dcterms:W3CDTF">2026-01-10T08:36:56Z</dcterms:created>
  <dcterms:modified xsi:type="dcterms:W3CDTF">2026-01-10T09:09:04Z</dcterms:modified>
</cp:coreProperties>
</file>